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ed2cdc21a34d06" /><Relationship Type="http://schemas.openxmlformats.org/officeDocument/2006/relationships/extended-properties" Target="/docProps/app.xml" Id="R09c34b90b5394e75" /><Relationship Type="http://schemas.openxmlformats.org/officeDocument/2006/relationships/officeDocument" Target="/ppt/presentation.xml" Id="Re76a38ffda5f4b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5944e204840b3"/>
  </p:sldMasterIdLst>
  <p:notesMasterIdLst>
    <p:notesMasterId xmlns:r="http://schemas.openxmlformats.org/officeDocument/2006/relationships" r:id="R4aba5e895f0c448e"/>
  </p:notesMasterIdLst>
  <p:sldIdLst>
    <p:sldId xmlns:r="http://schemas.openxmlformats.org/officeDocument/2006/relationships" id="256" r:id="Rff1e160bb79d43da"/>
    <p:sldId xmlns:r="http://schemas.openxmlformats.org/officeDocument/2006/relationships" id="257" r:id="R465cce3f9fdb489b"/>
    <p:sldId xmlns:r="http://schemas.openxmlformats.org/officeDocument/2006/relationships" id="258" r:id="Ra2ddef59645a44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5944e204840b3" /><Relationship Type="http://schemas.openxmlformats.org/officeDocument/2006/relationships/theme" Target="/ppt/theme/theme1.xml" Id="Rb8ec2883f18249a9" /><Relationship Type="http://schemas.openxmlformats.org/officeDocument/2006/relationships/notesMaster" Target="/ppt/notesMasters/notesMaster1.xml" Id="R4aba5e895f0c448e" /><Relationship Type="http://schemas.openxmlformats.org/officeDocument/2006/relationships/presProps" Target="/ppt/presProps.xml" Id="Re759d55052ba464e" /><Relationship Type="http://schemas.openxmlformats.org/officeDocument/2006/relationships/viewProps" Target="/ppt/viewProps.xml" Id="R3a35a358d9424802" /><Relationship Type="http://schemas.openxmlformats.org/officeDocument/2006/relationships/tableStyles" Target="/ppt/tableStyles.xml" Id="R739ea76588ad404e" /><Relationship Type="http://schemas.openxmlformats.org/officeDocument/2006/relationships/slide" Target="/ppt/slides/slide1.xml" Id="Rff1e160bb79d43da" /><Relationship Type="http://schemas.openxmlformats.org/officeDocument/2006/relationships/slide" Target="/ppt/slides/slide2.xml" Id="R465cce3f9fdb489b" /><Relationship Type="http://schemas.openxmlformats.org/officeDocument/2006/relationships/slide" Target="/ppt/slides/slide3.xml" Id="Ra2ddef59645a44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17311833784a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b9edd4de774296" /><Relationship Type="http://schemas.openxmlformats.org/officeDocument/2006/relationships/notesMaster" Target="/ppt/notesMasters/notesMaster1.xml" Id="R104e625a7f28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ddf95da3c4621" /><Relationship Type="http://schemas.openxmlformats.org/officeDocument/2006/relationships/notesMaster" Target="/ppt/notesMasters/notesMaster1.xml" Id="Ra060e21d478d44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5da8baa03490c" /><Relationship Type="http://schemas.openxmlformats.org/officeDocument/2006/relationships/notesMaster" Target="/ppt/notesMasters/notesMaster1.xml" Id="Rfd6b518e6bb1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0ee808596466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d18035feb64af4" /><Relationship Type="http://schemas.openxmlformats.org/officeDocument/2006/relationships/slideLayout" Target="/ppt/slideLayouts/slideLayout2.xml" Id="Rd0e9b7808f4045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9b7808f4045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cea7c604e4ab3" /><Relationship Type="http://schemas.openxmlformats.org/officeDocument/2006/relationships/image" Target="/ppt/media/image.png" Id="Rfeccabada37f4d64" /><Relationship Type="http://schemas.openxmlformats.org/officeDocument/2006/relationships/notesSlide" Target="/ppt/notesSlides/notesSlide1.xml" Id="R08ad1844d39849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eb38ad46b4f00" /><Relationship Type="http://schemas.openxmlformats.org/officeDocument/2006/relationships/notesSlide" Target="/ppt/notesSlides/notesSlide2.xml" Id="Rc1d25afdd5da42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fa2b7d5844a3e" /><Relationship Type="http://schemas.openxmlformats.org/officeDocument/2006/relationships/image" Target="/ppt/media/image2.png" Id="R736898e38f264e69" /><Relationship Type="http://schemas.openxmlformats.org/officeDocument/2006/relationships/image" Target="/ppt/media/image3.png" Id="R0f80110938eb4464" /><Relationship Type="http://schemas.openxmlformats.org/officeDocument/2006/relationships/notesSlide" Target="/ppt/notesSlides/notesSlide3.xml" Id="R05fbfffd7f4e46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2D75D-1A19-4C14-B376-87F70F31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D3DF9BC4-8752-410A-9A87-C013E42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8C538EEB-2ACB-4859-B571-C608AF14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3-SLIDE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F6F2A-5280-49CE-80BE-01A210F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A8EA8-907A-4F99-A0AB-F7FF3FC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3D24B-D849-4C46-AA54-8FE44A3D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571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Turn project work into proof people can send.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08713-1FBA-4211-B2A1-17D05CC5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app helps teams turn messy project details into clear case studies, sales documents, reports and visuals.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EE92B-00F4-4B4A-A79C-A439979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85825"/>
            <a:ext cx="47815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cabada37f4d64"/>
          <a:srcRect xmlns:a="http://schemas.openxmlformats.org/drawingml/2006/main" l="0" t="9893" r="0" b="9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95350"/>
            <a:ext cx="4762500" cy="2686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3198C-35BB-4289-A4FE-676BD2D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70E4D-92AD-4368-8F9B-4F9D56CA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8766B-4330-4325-9624-52ACC42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CBA88-5AC6-4434-9A97-EBC6078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89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6B40B-55BE-4982-84A6-093B3005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387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C40F-A8A6-45AA-886A-44B30BCB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8FDFD-EB5C-48F1-9648-7F6D1F26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387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1E301-83FA-48F7-9617-96ED836A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530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A80ED-ABB4-4A59-8B82-FD5CA71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387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Spreadsheet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56452-038D-4B2C-9D35-966AD6A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50798-8D95-45D3-8CB7-56A9800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387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FDE8C-75C5-42CC-92D7-F76FB297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One story. Many useful things to share.</a:t>
            </a:r>
          </a:p>
        </p:txBody>
      </p:sp>
    </p:spTree>
    <p:extLst>
      <p:ext uri="{BB962C8B-B14F-4D97-AF65-F5344CB8AC3E}">
        <p14:creationId xmlns:p14="http://schemas.microsoft.com/office/powerpoint/2010/main" val="1160167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65D679-5A39-4E3F-BBCB-D36461C1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75E9FB7-C354-415B-907C-E3670395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86837FBA-F218-49EE-B67E-3E6D0F29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9D54A-63A4-4D81-B325-68176D56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A9404-3280-4D11-B830-041ECD7A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FC130-2BBF-4CDD-A239-2D90D76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Write the story once. Make every file from there.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7AAA5-6F8A-4D7B-B9E7-300F23CE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Instead of rebuilding the same story again and again, the app keeps the important pieces together and turns them into the files people need.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A4642-CFC7-43D8-91D9-3A9CBB5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11957-B52C-47B2-AB81-022014B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1. Add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2D3E5-0299-4188-ACD3-B14E4C0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Project notes, images, outcomes and key numbers live in one place.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6ED20-4002-40A9-890B-DB01B38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2571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1DF18-7E9A-41B3-A5B8-D683042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 Shape the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5958D-7D3C-4C86-B809-F5E8115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33800"/>
            <a:ext cx="2152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Guided fields help the user explain what happened, why it mattered and what changed.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DE04E-C7D6-4414-961D-18F7CD8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653A5-EBA2-455B-848F-83F3DF2C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3. Share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446CE-6761-4EA6-851B-DF6939F4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Create the polished files without rewriting the story from scratch.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21DB7-0300-415B-82CD-C2CA956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C2F92-DC6D-4C4E-A7D9-196EAE05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1B51B-C7C8-43D7-8D65-18699C0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No copy-paste maze.</a:t>
            </a:r>
          </a:p>
        </p:txBody>
      </p:sp>
    </p:spTree>
    <p:extLst>
      <p:ext uri="{BB962C8B-B14F-4D97-AF65-F5344CB8AC3E}">
        <p14:creationId xmlns:p14="http://schemas.microsoft.com/office/powerpoint/2010/main" val="15785397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E2432-7EA7-47EF-97B5-379CCD87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7DAE43D-AC24-42A8-A0CE-F20F16C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078E492-7374-4BAC-B56F-10C1EA64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FCFC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F459A-DBA5-49A3-998F-24A47562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64EF9-A0E1-4284-8846-B0CB1A80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77777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FBC48-D3BC-4228-8F87-2A48133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638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working product is ready for a small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C096-DE2D-4A90-8F70-8CA241B0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The next move is simple: package it clearly, test it with a few proof-heavy teams, and learn what they actually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ECB66-88A5-47F3-A647-9E937ECD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66775"/>
            <a:ext cx="3543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898e38f264e69"/>
          <a:srcRect xmlns:a="http://schemas.openxmlformats.org/drawingml/2006/main" l="0" t="270" r="0" b="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876300"/>
            <a:ext cx="3524250" cy="1752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2BAB9-741D-4895-B559-280D1B3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81325"/>
            <a:ext cx="3543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0110938eb4464"/>
          <a:srcRect xmlns:a="http://schemas.openxmlformats.org/drawingml/2006/main" l="0" t="10024" r="0" b="10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2990850"/>
            <a:ext cx="3524250" cy="1981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C45E6-339A-4A46-85E4-EC21B8F6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476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862C3-CE35-4F2B-A82D-4F6A1939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Who to test with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6543E-5720-41F8-90E6-BFFAC0AE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Consultants, product teams and independent experts who need better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1A951-6FD9-4195-9BCB-4F2F8632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476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B5890-DF65-4F30-B139-6351A83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What to learn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37D51-96D5-4158-AE4E-E8FCBB2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9550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Can they make useful materials faster, with less rewriting and less risk?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48436-5F21-46C1-91F9-DD61221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Goal: make strong work easier to explain.</a:t>
            </a:r>
          </a:p>
        </p:txBody>
      </p:sp>
    </p:spTree>
    <p:extLst>
      <p:ext uri="{BB962C8B-B14F-4D97-AF65-F5344CB8AC3E}">
        <p14:creationId xmlns:p14="http://schemas.microsoft.com/office/powerpoint/2010/main" val="1717187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2026-05-20T06:10:24.1900000Z</dcterms:created>
  <dcterms:modified xsi:type="dcterms:W3CDTF">2026-05-20T06:10:24.1900000Z</dcterms:modified>
</coreProperties>
</file>