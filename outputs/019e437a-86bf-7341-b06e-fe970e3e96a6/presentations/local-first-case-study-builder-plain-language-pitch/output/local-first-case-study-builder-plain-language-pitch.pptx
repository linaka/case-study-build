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6e07262b514353" /><Relationship Type="http://schemas.openxmlformats.org/officeDocument/2006/relationships/extended-properties" Target="/docProps/app.xml" Id="R581a1c95600a4115" /><Relationship Type="http://schemas.openxmlformats.org/officeDocument/2006/relationships/officeDocument" Target="/ppt/presentation.xml" Id="Ra2de5397472e43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6f2bd8ec1481b"/>
  </p:sldMasterIdLst>
  <p:notesMasterIdLst>
    <p:notesMasterId xmlns:r="http://schemas.openxmlformats.org/officeDocument/2006/relationships" r:id="R1faa41322ae3434a"/>
  </p:notesMasterIdLst>
  <p:sldIdLst>
    <p:sldId xmlns:r="http://schemas.openxmlformats.org/officeDocument/2006/relationships" id="256" r:id="Rbe785cbf728f4338"/>
    <p:sldId xmlns:r="http://schemas.openxmlformats.org/officeDocument/2006/relationships" id="257" r:id="Re82f7314d90a4799"/>
    <p:sldId xmlns:r="http://schemas.openxmlformats.org/officeDocument/2006/relationships" id="258" r:id="R1050090c65ef47f9"/>
    <p:sldId xmlns:r="http://schemas.openxmlformats.org/officeDocument/2006/relationships" id="259" r:id="Rcfafaa68d0794e25"/>
    <p:sldId xmlns:r="http://schemas.openxmlformats.org/officeDocument/2006/relationships" id="260" r:id="R8fbea31dc86846c0"/>
    <p:sldId xmlns:r="http://schemas.openxmlformats.org/officeDocument/2006/relationships" id="261" r:id="R355c0cf2291a4d6c"/>
    <p:sldId xmlns:r="http://schemas.openxmlformats.org/officeDocument/2006/relationships" id="262" r:id="R2098b4040e5746a6"/>
    <p:sldId xmlns:r="http://schemas.openxmlformats.org/officeDocument/2006/relationships" id="263" r:id="R3c1172a3758941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6f2bd8ec1481b" /><Relationship Type="http://schemas.openxmlformats.org/officeDocument/2006/relationships/theme" Target="/ppt/theme/theme1.xml" Id="R618f183357c4404b" /><Relationship Type="http://schemas.openxmlformats.org/officeDocument/2006/relationships/notesMaster" Target="/ppt/notesMasters/notesMaster1.xml" Id="R1faa41322ae3434a" /><Relationship Type="http://schemas.openxmlformats.org/officeDocument/2006/relationships/presProps" Target="/ppt/presProps.xml" Id="Rcd0274286da54b89" /><Relationship Type="http://schemas.openxmlformats.org/officeDocument/2006/relationships/viewProps" Target="/ppt/viewProps.xml" Id="Rfeaea2010f954d73" /><Relationship Type="http://schemas.openxmlformats.org/officeDocument/2006/relationships/tableStyles" Target="/ppt/tableStyles.xml" Id="Rb8cd25ed508645e0" /><Relationship Type="http://schemas.openxmlformats.org/officeDocument/2006/relationships/slide" Target="/ppt/slides/slide1.xml" Id="Rbe785cbf728f4338" /><Relationship Type="http://schemas.openxmlformats.org/officeDocument/2006/relationships/slide" Target="/ppt/slides/slide2.xml" Id="Re82f7314d90a4799" /><Relationship Type="http://schemas.openxmlformats.org/officeDocument/2006/relationships/slide" Target="/ppt/slides/slide3.xml" Id="R1050090c65ef47f9" /><Relationship Type="http://schemas.openxmlformats.org/officeDocument/2006/relationships/slide" Target="/ppt/slides/slide4.xml" Id="Rcfafaa68d0794e25" /><Relationship Type="http://schemas.openxmlformats.org/officeDocument/2006/relationships/slide" Target="/ppt/slides/slide5.xml" Id="R8fbea31dc86846c0" /><Relationship Type="http://schemas.openxmlformats.org/officeDocument/2006/relationships/slide" Target="/ppt/slides/slide6.xml" Id="R355c0cf2291a4d6c" /><Relationship Type="http://schemas.openxmlformats.org/officeDocument/2006/relationships/slide" Target="/ppt/slides/slide7.xml" Id="R2098b4040e5746a6" /><Relationship Type="http://schemas.openxmlformats.org/officeDocument/2006/relationships/slide" Target="/ppt/slides/slide8.xml" Id="R3c1172a3758941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32d1b93d5e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8375eb4e5d49ab" /><Relationship Type="http://schemas.openxmlformats.org/officeDocument/2006/relationships/notesMaster" Target="/ppt/notesMasters/notesMaster1.xml" Id="R1c454312712248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87eeebc3854323" /><Relationship Type="http://schemas.openxmlformats.org/officeDocument/2006/relationships/notesMaster" Target="/ppt/notesMasters/notesMaster1.xml" Id="Rf53cd1e0de7240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279495e24341cf" /><Relationship Type="http://schemas.openxmlformats.org/officeDocument/2006/relationships/notesMaster" Target="/ppt/notesMasters/notesMaster1.xml" Id="R69a4171be46a4d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7a12e0bd9e4b36" /><Relationship Type="http://schemas.openxmlformats.org/officeDocument/2006/relationships/notesMaster" Target="/ppt/notesMasters/notesMaster1.xml" Id="Rc6870b106d864c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855d3428dc47a0" /><Relationship Type="http://schemas.openxmlformats.org/officeDocument/2006/relationships/notesMaster" Target="/ppt/notesMasters/notesMaster1.xml" Id="R6435eb392d84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7e63994ac48fb" /><Relationship Type="http://schemas.openxmlformats.org/officeDocument/2006/relationships/notesMaster" Target="/ppt/notesMasters/notesMaster1.xml" Id="R74486fa68c294c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f3afef6184012" /><Relationship Type="http://schemas.openxmlformats.org/officeDocument/2006/relationships/notesMaster" Target="/ppt/notesMasters/notesMaster1.xml" Id="R29794682ae3e4e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a3f0fbd98e41d6" /><Relationship Type="http://schemas.openxmlformats.org/officeDocument/2006/relationships/notesMaster" Target="/ppt/notesMasters/notesMaster1.xml" Id="R512e63b6ec0449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ccd369d194c4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de9ea2707ae4699" /><Relationship Type="http://schemas.openxmlformats.org/officeDocument/2006/relationships/slideLayout" Target="/ppt/slideLayouts/slideLayout2.xml" Id="Ra1b515d2dfe246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b515d2dfe246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1ee6db1c21453f" /><Relationship Type="http://schemas.openxmlformats.org/officeDocument/2006/relationships/image" Target="/ppt/media/image.png" Id="R87e1a9d7b3d142df" /><Relationship Type="http://schemas.openxmlformats.org/officeDocument/2006/relationships/notesSlide" Target="/ppt/notesSlides/notesSlide1.xml" Id="Rdb4679827b7449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5b6bccd50481f" /><Relationship Type="http://schemas.openxmlformats.org/officeDocument/2006/relationships/notesSlide" Target="/ppt/notesSlides/notesSlide2.xml" Id="R1bf01fd89e644a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0f13f7a164c3a" /><Relationship Type="http://schemas.openxmlformats.org/officeDocument/2006/relationships/notesSlide" Target="/ppt/notesSlides/notesSlide3.xml" Id="R694353a3fd3b4a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52ab432ccc49c3" /><Relationship Type="http://schemas.openxmlformats.org/officeDocument/2006/relationships/notesSlide" Target="/ppt/notesSlides/notesSlide4.xml" Id="R7cbbc49d8b9a4a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87540963764e97" /><Relationship Type="http://schemas.openxmlformats.org/officeDocument/2006/relationships/image" Target="/ppt/media/image2.png" Id="R71e3007180f64709" /><Relationship Type="http://schemas.openxmlformats.org/officeDocument/2006/relationships/image" Target="/ppt/media/image3.png" Id="Rf564366535384f33" /><Relationship Type="http://schemas.openxmlformats.org/officeDocument/2006/relationships/image" Target="/ppt/media/image4.png" Id="Rf8e89f314fae49e2" /><Relationship Type="http://schemas.openxmlformats.org/officeDocument/2006/relationships/notesSlide" Target="/ppt/notesSlides/notesSlide5.xml" Id="Ra5a179db705d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6c8269af754e8c" /><Relationship Type="http://schemas.openxmlformats.org/officeDocument/2006/relationships/notesSlide" Target="/ppt/notesSlides/notesSlide6.xml" Id="Re3ffa6c252d54d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048eb58694fa0" /><Relationship Type="http://schemas.openxmlformats.org/officeDocument/2006/relationships/notesSlide" Target="/ppt/notesSlides/notesSlide7.xml" Id="R9a30c49dcc2a49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067f101a734b93" /><Relationship Type="http://schemas.openxmlformats.org/officeDocument/2006/relationships/image" Target="/ppt/media/image5.png" Id="Rdfc6057cea2b451e" /><Relationship Type="http://schemas.openxmlformats.org/officeDocument/2006/relationships/notesSlide" Target="/ppt/notesSlides/notesSlide8.xml" Id="R6d0d03551a5340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4353C-22A6-4C1F-9A4C-69E0721C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6FD91382-3C3D-423D-AF62-7148C849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A3CFC314-D183-48B2-B94C-48DA734B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PLAIN-LANGUAGE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3AE19-83C5-459B-A706-007CA30F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0F95C-C4EE-4898-ABDD-5F92359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1F507-AC7C-4DE7-A919-369BD86A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561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This app turns project work into polished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8464D-6578-4C32-AA6E-40FBA892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Write the story once. Then turn it into a case study, a sales document, a report, a spreadsheet, or a banner.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948D5-A92C-471F-B517-E041AE5E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28675"/>
            <a:ext cx="47815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1a9d7b3d142df"/>
          <a:srcRect xmlns:a="http://schemas.openxmlformats.org/drawingml/2006/main" l="0" t="9893" r="0" b="9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38200"/>
            <a:ext cx="4762500" cy="2686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7466E-B394-47D0-8B83-404F40A2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6E0FC-5C78-44BF-88CB-8CFC546A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BD9E4-486F-4B30-B5E9-6465E787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95394-24D4-464F-9A29-DF475C23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A10E9-4E8D-4D6A-B360-E9B87E76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7DAE6-73F0-4463-AEC9-CFC8181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38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53B91-9586-45EC-9132-55BBA87F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149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Spreadsheet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FE7F0-C022-44D1-93D5-F5B6FC5D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38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B7464-639E-4457-8092-177CE4A3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preview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AA241-9AA3-47B0-8528-00CFB48B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9E281-DCF3-4525-98B3-F278B7D2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Banner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B33AC-CCAB-49CA-84FC-1F36EE9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One place to manage the story. Many useful things to share.</a:t>
            </a:r>
          </a:p>
        </p:txBody>
      </p:sp>
    </p:spTree>
    <p:extLst>
      <p:ext uri="{BB962C8B-B14F-4D97-AF65-F5344CB8AC3E}">
        <p14:creationId xmlns:p14="http://schemas.microsoft.com/office/powerpoint/2010/main" val="1153285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B6330C-29FC-465E-BC4C-87AA78B0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5A585235-2C6E-4F9D-A6BD-D178B62D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27B8E197-A261-4C33-B8FC-EC14E0BB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4667C-AAE3-4A74-A192-BB88C42B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097C1-FD28-4C56-B929-A7BEF054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40188-8E8E-417C-B90A-ACB50374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Good work is hard to explain when the proof is scattered.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987A1-C557-4622-BA6E-28389F1D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 project story often ends up split across notes, screenshots, PDFs, spreadsheets and old slides. Every update creates another version to fix.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EFA9D-6F1D-4798-B4AB-1BFDB5D2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BF327-9055-42AD-8586-2B24471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0F725-E34A-4AEA-8790-0460A428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thinking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00A12-41CB-458B-A821-1A0E3653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14750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00DFC-2D8D-44FD-A950-CA2D2EF4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6EF6C-47CD-4264-B9C9-8792711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Screenshots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798FC-852D-4C97-BCDF-88C6CA5B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36DD6-CE71-4EC0-81A6-E772C906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7B64A-4AA5-401F-AA56-F0D5E55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242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A355-946B-4F77-9224-865CC53F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PDFs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12E96-24BD-4266-B01F-1B5CA62B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481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the polished 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9D81E-C6CB-408D-97B5-1CE0FFC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F4E68-A0B1-45BF-AB33-77012A1A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909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05B85-5CA8-49F9-A259-D84E2A1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Slides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FED52-EC87-42C7-9650-A8560C51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148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sales 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C6D77-1F60-47F1-8584-FAA0402E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7AD4E9-B454-400E-8405-8C9C1772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66D00-EA42-46BD-A18D-A69C82F8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Spreadsheets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DB21A-3C42-4C4E-96F2-285857FC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81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numbers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647B0-E3A9-4236-BD1B-FBAF5A10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real cost is not writing. It is keeping every version clear, current and safe to share.</a:t>
            </a:r>
          </a:p>
        </p:txBody>
      </p:sp>
    </p:spTree>
    <p:extLst>
      <p:ext uri="{BB962C8B-B14F-4D97-AF65-F5344CB8AC3E}">
        <p14:creationId xmlns:p14="http://schemas.microsoft.com/office/powerpoint/2010/main" val="202958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F6C59E-F06C-4756-AED6-4CF61CF7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4785B091-1BFC-4ACA-ADBF-FB581A68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ACFEBAC5-E27C-4A4F-9E89-55C09D9A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BDBD"/>
                </a:solidFill>
                <a:latin typeface="Aptos"/>
                <a:ea typeface="Aptos"/>
                <a:cs typeface="Aptos"/>
              </a:rPr>
              <a:t>THE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6E67D-51C6-4B5F-9082-91A544F9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91770-8F18-4AE2-8943-BD7E33E1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80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0808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5305D-00EF-4A2F-B06D-CE68C856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858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Keep the story in one place. Make every file from there.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BAFE1-DDF2-428A-AECE-F0A5B26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The app keeps project details, images, numbers and notes together. When the story changes, the next PDF or sales document starts from the same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84778-A2B6-4315-A72B-3715279E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0A2B0-47F8-48D0-A4E7-72A913C1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1. Add the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31F52-96EF-457A-B3F6-E0D8809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Name the project, describe the work, add useful images and key numbers.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A4FB4-95BC-4E85-9C33-604C5877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52677-F19A-41D2-BE5A-BE66731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908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2. Shape the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FB968-932B-4387-9AEA-F29C7805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05200"/>
            <a:ext cx="2152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Use guided fields instead of starting from a blank page. The app keeps the important pieces together.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BCBDE-5E34-4723-A268-4147A593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B2952-37C0-4E61-982B-20DA6404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3. Share the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7AEB8-B397-428A-9D01-D42B9AD0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Create a polished PDF, Word file, report, spreadsheet or banner from the same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372C1-5965-4FE3-8270-9220D129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7F096-39BC-4799-B857-4AA29EF6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F2CE4-A09B-4024-BB7A-DC107D77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 copy-paste maze.</a:t>
            </a:r>
          </a:p>
        </p:txBody>
      </p:sp>
    </p:spTree>
    <p:extLst>
      <p:ext uri="{BB962C8B-B14F-4D97-AF65-F5344CB8AC3E}">
        <p14:creationId xmlns:p14="http://schemas.microsoft.com/office/powerpoint/2010/main" val="12427812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12970E-97B9-4A59-B08B-35376A1D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A18F85C-3101-434B-B6E6-7D9AFBE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D3A5F7D8-DF5A-4AC8-A63F-7AA0D688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HOW IT FEELS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D8C49-D625-4AC8-9428-55A78667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2F5A6-C823-4EB3-8605-7FB9F1A9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11696-FEAE-49C5-81EE-C14107A3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path is simple: draft, check,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7659B-CF69-4E59-94A3-413501CF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 non-technical user should understand the whole flow without knowing how the app is built.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BEF44-2E36-4362-98F4-79DF566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899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CF741-91D6-45B1-9BD9-BCAF18A8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59C0F-3D7A-46C6-896D-84E68E6C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A35D3-E4E9-49E1-AE4B-5FAABECC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Start a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1005A-3A58-4DCC-988F-74846106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Add the story and key details.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C2412-DC61-494B-8FE4-003992D6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38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62B4A-0B54-42E9-A36C-96A8D573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7EEED-2B47-4811-B54D-F34134DF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57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Bring in source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19BE7-997F-4636-BD50-A56E504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38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Use PDF or Word content when helpful.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80811-845B-404D-97DE-2A25712B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3EEE1-0F10-4028-99E8-B2FC86F2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09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5507E-FCF3-4A7B-BB8D-714C5390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57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Preview 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5FB05-B15C-43D2-AB18-0EF8A42C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38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See the page before sharing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4A8C7-5DDD-49E4-A42E-17A96A94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38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7168F-3C71-440A-BE10-5A213C7D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7F2FC-1B53-46EC-BBCD-2BB9C7B8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57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Export 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22059-49F7-4FA7-8954-82A93A55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38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Save the finished file.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893FA-C11B-42C3-9594-A90ADD4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B4936-AC55-4CC2-970E-38E867C0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A8E11-F09A-40C2-9C5C-3857676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Reuse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519D1D-C99F-488F-A5B0-3B55C1F1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38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Make the next version from the same work.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9EC27-5E73-4A52-97F8-5B030488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19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085EB9-CF23-4965-B842-955F527C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768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Simple promise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BA8658-C716-4B07-8AAA-39E47B3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5782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app helps people finish the proof, not manage more software.</a:t>
            </a:r>
          </a:p>
        </p:txBody>
      </p:sp>
    </p:spTree>
    <p:extLst>
      <p:ext uri="{BB962C8B-B14F-4D97-AF65-F5344CB8AC3E}">
        <p14:creationId xmlns:p14="http://schemas.microsoft.com/office/powerpoint/2010/main" val="11476956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842C0-10C8-41D2-BA37-D403EE8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1749301A-F106-40B5-93E7-526A808A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1BC66C8C-E4D4-4E79-8C9F-F58227DB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WHAT IT MAKES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23D4D-799E-4D70-BBAC-BB2D894D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7E86B-C7A8-43E5-AB4D-65753765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D6E58-7BF2-4003-8C53-6A5B87E4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These are real outputs from the app today.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021E4-E335-4994-9844-85FFED59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38325"/>
            <a:ext cx="2095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3007180f64709"/>
          <a:srcRect xmlns:a="http://schemas.openxmlformats.org/drawingml/2006/main" l="8113" t="0" r="8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47850"/>
            <a:ext cx="2076450" cy="2686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3A703-C184-4D42-9690-E2CA469C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38325"/>
            <a:ext cx="3810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4366535384f33"/>
          <a:srcRect xmlns:a="http://schemas.openxmlformats.org/drawingml/2006/main" l="0" t="251" r="0" b="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4200" y="1847850"/>
            <a:ext cx="3790950" cy="1885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3831F-4616-4429-9F00-9E4F7D0B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38325"/>
            <a:ext cx="37338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89f314fae49e2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1847850"/>
            <a:ext cx="3714750" cy="2609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D6883-21CE-4E78-8631-FBA344B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Case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3DAD5-784C-4737-99AA-12AA11F2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Sales document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7A163-23FB-43E6-8F66-5DF5584E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101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Marketing banner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E7C3E-1D22-407F-AD49-FB47037C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important point: this is not only a writing tool. It makes finished materials someone can actually send.</a:t>
            </a:r>
          </a:p>
        </p:txBody>
      </p:sp>
    </p:spTree>
    <p:extLst>
      <p:ext uri="{BB962C8B-B14F-4D97-AF65-F5344CB8AC3E}">
        <p14:creationId xmlns:p14="http://schemas.microsoft.com/office/powerpoint/2010/main" val="20583569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6D4276-AB5D-4D52-ADA8-FB594D5A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8C08723-C31B-477D-A7C0-029A9D5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7E0EAF8B-62D4-494B-823F-8C294E99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BDBD"/>
                </a:solidFill>
                <a:latin typeface="Aptos"/>
                <a:ea typeface="Aptos"/>
                <a:cs typeface="Aptos"/>
              </a:rPr>
              <a:t>WHY PRIVACY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2A384-A9E5-4FF8-9CB4-B5C3A4BD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8B467-2D75-4CCD-928E-8EB0848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80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08080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B3B23-7938-4087-BFA1-4E859446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14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Some of the best project proof is also the hardest to share.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C4B76-0DCB-4275-9600-3C2E3185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790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Client names, internal numbers, product screenshots and unfinished work often need care. This app is designed so sensitive material can stay controlled.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FF93A-A1A1-4FE9-98F4-1625C231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5BA5C-62A4-42B3-8FAE-932C21E4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Private by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B485C-7008-455E-A087-B34748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Work can stay on your own computer or an internal server.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FA840-C9A4-4A6A-BAFA-ADDA7B5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A91AB-D69E-49B2-BB73-558EEE3E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Access can be limited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E51FB-FA05-4166-B631-C8E00C47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Viewers, editors and admins can have different permissions.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E4E0E-E552-4F22-B779-70BAC5B5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C8AB3-D9F6-4E55-AA8F-64D65282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Backups are built 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9B47A-BC51-4324-ABE5-372D6631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6715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Saved work can be copied to a backup folder for recovery.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2FFD4-7FE2-40CB-B38A-CD9981D8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goal is simple: help people show the work without overexposing the work.</a:t>
            </a:r>
          </a:p>
        </p:txBody>
      </p:sp>
    </p:spTree>
    <p:extLst>
      <p:ext uri="{BB962C8B-B14F-4D97-AF65-F5344CB8AC3E}">
        <p14:creationId xmlns:p14="http://schemas.microsoft.com/office/powerpoint/2010/main" val="424917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A3E6A-1340-4238-8B9F-1659B764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E0BC304D-2AA8-4827-ADDC-B40619AA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D40E30AE-9ED8-487B-89F6-82390AB2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WHO IT HELPS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A801F-C1B3-4C91-A3A0-11E8DF7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A1165-013A-4B0C-AD9A-CEE9645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E46EE-26E0-4BAB-AC08-4E7EFD34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first users are people who sell trust through examples.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E4C54-804B-4AA7-87FC-25BB42F6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They do not just need prettier documents. They need a faster, safer way to explain why their work mattered.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5C0CE-0D88-4166-9E4E-3A9D01CD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9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A2E4B-3FBB-44F7-9407-7743D30D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Independent experts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33FDF-FAA1-4244-AF15-97057C36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need better case studies for their portfolio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CA4B0-6319-4B3A-B264-71C577FF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5CDC1-3245-4ACB-AF7E-D17E4616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useful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4BC5E-5D16-46CA-812D-2DA85D12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19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E33C1-8F8E-4CAA-B95E-3BCA6811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718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Consulting teams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5F170-FBD0-4E15-AE1D-4FAD227A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052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need proof for sales conversations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E69A4-8C06-47B6-AED0-4094841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8A4BB-0106-4A25-9C94-DF5F2150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862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 first market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65D87-33B5-49E5-A038-6D9B3042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19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2247E-1B6C-47A0-A9D9-C832C799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Product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822EF-CCA0-48E3-8948-6F75D606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need clear internal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2764D-5FBD-47E4-8A00-16CFD3E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1BC31-BEF3-46D7-AA1A-7C5E37DC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useful 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915BE-8D03-44A6-93D9-09B5D75D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190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39F25-BE3E-4DE7-AA24-D287B9F1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Design teams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EBC38-62AE-4B35-89B1-B7574D52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need safe ways to show sensitive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F31F4-4883-4909-86F9-0CF0F88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A7DFF-C37C-4A84-8840-770CD598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862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useful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60BF7B-AFED-4176-9114-F51582CD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435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wedge is narrow on purpose: start where clear proof has direct business value.</a:t>
            </a:r>
          </a:p>
        </p:txBody>
      </p:sp>
    </p:spTree>
    <p:extLst>
      <p:ext uri="{BB962C8B-B14F-4D97-AF65-F5344CB8AC3E}">
        <p14:creationId xmlns:p14="http://schemas.microsoft.com/office/powerpoint/2010/main" val="16376837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ECFE4-1CD6-4745-A8EE-2AFC9539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DFC91526-D552-4FDF-9705-58341EC6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1D8E2A09-15B3-4445-A015-225974A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BDBD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733D9-9DDA-4CE4-A479-2C4B614F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28444-9497-4669-B818-B7BCB224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80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08080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A9418-F6A7-4EE5-98BA-C0AC82C4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66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Package the working app, then test it with real 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A61B3-7185-4087-9A04-B956B355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The next phase should not add noise. It should make the product easier to try, easier to trust, and easier to judge.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8B29F-B20E-4647-8090-2BC7A4A4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667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090BC-A085-4BC0-91D3-CD2F1D2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Make it easier to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8168D-F9AA-4A17-A9A9-3635EE03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clean setup, sample projects and simple help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C2B4B-7769-41B8-B48C-9E0168B9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2667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CFDFE-5793-492A-A75F-A2DF682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Polish the default templates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5D6E2-14C2-4F06-AC92-5CA8C1AE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better empty states and stronger examples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292F4-85F2-4533-82B0-364EDFB7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2667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FC468-8DA4-4E12-8322-4C9C5990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Run a small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0728-8B0A-4B0C-B469-FF394C62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learn from teams who create proof-heavy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6CC47-D7F5-4297-B7F6-97BCC68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00625"/>
            <a:ext cx="411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6057cea2b451e"/>
          <a:srcRect xmlns:a="http://schemas.openxmlformats.org/drawingml/2006/main" l="0" t="34289" r="0" b="34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5010150"/>
            <a:ext cx="4095750" cy="7239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0D220-2A51-466A-A564-88AD339C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673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working product exists. Now it needs simpler packaging and real-world feedback.</a:t>
            </a:r>
          </a:p>
        </p:txBody>
      </p:sp>
    </p:spTree>
    <p:extLst>
      <p:ext uri="{BB962C8B-B14F-4D97-AF65-F5344CB8AC3E}">
        <p14:creationId xmlns:p14="http://schemas.microsoft.com/office/powerpoint/2010/main" val="723684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2026-05-20T04:06:45.9680000Z</dcterms:created>
  <dcterms:modified xsi:type="dcterms:W3CDTF">2026-05-20T04:06:45.9680000Z</dcterms:modified>
</coreProperties>
</file>