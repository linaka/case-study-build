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05c3d2d3574d85" /><Relationship Type="http://schemas.openxmlformats.org/officeDocument/2006/relationships/extended-properties" Target="/docProps/app.xml" Id="R85a0e9274e1a449b" /><Relationship Type="http://schemas.openxmlformats.org/officeDocument/2006/relationships/officeDocument" Target="/ppt/presentation.xml" Id="Rfe3ee252959e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cda8cc4584826"/>
  </p:sldMasterIdLst>
  <p:notesMasterIdLst>
    <p:notesMasterId xmlns:r="http://schemas.openxmlformats.org/officeDocument/2006/relationships" r:id="Rb81ad391cfb1481b"/>
  </p:notesMasterIdLst>
  <p:sldIdLst>
    <p:sldId xmlns:r="http://schemas.openxmlformats.org/officeDocument/2006/relationships" id="256" r:id="R4f532ffaaa834d7a"/>
    <p:sldId xmlns:r="http://schemas.openxmlformats.org/officeDocument/2006/relationships" id="257" r:id="R93323e4e9a024cb3"/>
    <p:sldId xmlns:r="http://schemas.openxmlformats.org/officeDocument/2006/relationships" id="258" r:id="Rc1ec35493dec40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cda8cc4584826" /><Relationship Type="http://schemas.openxmlformats.org/officeDocument/2006/relationships/theme" Target="/ppt/theme/theme1.xml" Id="R44e025801f9e4c7a" /><Relationship Type="http://schemas.openxmlformats.org/officeDocument/2006/relationships/notesMaster" Target="/ppt/notesMasters/notesMaster1.xml" Id="Rb81ad391cfb1481b" /><Relationship Type="http://schemas.openxmlformats.org/officeDocument/2006/relationships/presProps" Target="/ppt/presProps.xml" Id="R98a62999dd1f46bf" /><Relationship Type="http://schemas.openxmlformats.org/officeDocument/2006/relationships/viewProps" Target="/ppt/viewProps.xml" Id="R804e44cab1fb4335" /><Relationship Type="http://schemas.openxmlformats.org/officeDocument/2006/relationships/tableStyles" Target="/ppt/tableStyles.xml" Id="R44b838b94f0841e1" /><Relationship Type="http://schemas.openxmlformats.org/officeDocument/2006/relationships/slide" Target="/ppt/slides/slide1.xml" Id="R4f532ffaaa834d7a" /><Relationship Type="http://schemas.openxmlformats.org/officeDocument/2006/relationships/slide" Target="/ppt/slides/slide2.xml" Id="R93323e4e9a024cb3" /><Relationship Type="http://schemas.openxmlformats.org/officeDocument/2006/relationships/slide" Target="/ppt/slides/slide3.xml" Id="Rc1ec35493dec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5edb72967142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b3fad1736c47e3" /><Relationship Type="http://schemas.openxmlformats.org/officeDocument/2006/relationships/notesMaster" Target="/ppt/notesMasters/notesMaster1.xml" Id="R366be02d4f974d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3b7ba223f4e47" /><Relationship Type="http://schemas.openxmlformats.org/officeDocument/2006/relationships/notesMaster" Target="/ppt/notesMasters/notesMaster1.xml" Id="R0c6a8bd1bc414c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46619f91434e1f" /><Relationship Type="http://schemas.openxmlformats.org/officeDocument/2006/relationships/notesMaster" Target="/ppt/notesMasters/notesMaster1.xml" Id="R458a8279f316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325b2fb3243f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f53679a17048d1" /><Relationship Type="http://schemas.openxmlformats.org/officeDocument/2006/relationships/slideLayout" Target="/ppt/slideLayouts/slideLayout2.xml" Id="Rdc554dbb874449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54dbb874449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e4a9b72b74793" /><Relationship Type="http://schemas.openxmlformats.org/officeDocument/2006/relationships/image" Target="/ppt/media/image.png" Id="Ref5e939f86b04f09" /><Relationship Type="http://schemas.openxmlformats.org/officeDocument/2006/relationships/notesSlide" Target="/ppt/notesSlides/notesSlide1.xml" Id="R6240fac614c34f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b9099ce0f4a88" /><Relationship Type="http://schemas.openxmlformats.org/officeDocument/2006/relationships/notesSlide" Target="/ppt/notesSlides/notesSlide2.xml" Id="Rbd3806d529ab4f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581b4fa9f94b02" /><Relationship Type="http://schemas.openxmlformats.org/officeDocument/2006/relationships/notesSlide" Target="/ppt/notesSlides/notesSlide3.xml" Id="Rc122a5b3668449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81CCD-B8DC-4DD4-838F-DFD8162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C86AA801-91A6-4ACF-A23C-27E8B064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97367827-31F9-4BA7-94FC-3CBE81DA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3-SLIDE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474FA-9288-4C4D-9190-AF79FBC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B72D8-77DC-48B0-9E47-0ED66FD8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91576-2D48-4E52-AE35-121A373A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571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Turn project work into proof people can send.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F9C35-9D1B-42BA-A5EE-4DBEC0EF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The app helps teams turn messy project details into clear case studies, sales documents, reports and visuals.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7BFD1-6827-4AC4-B08A-1026DB96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85825"/>
            <a:ext cx="47815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e939f86b04f09"/>
          <a:srcRect xmlns:a="http://schemas.openxmlformats.org/drawingml/2006/main" l="0" t="9893" r="0" b="98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95350"/>
            <a:ext cx="4762500" cy="2686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9897E-C8C4-4A0F-860A-0C3B1084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1FB7B-DFBD-40B4-B4B7-F46CFCB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5DFD5-4F09-4ED6-96BC-47FF8524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E95A-63A0-4E2B-9ABE-6B3483F9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895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86FEE-3E15-40B5-A8EF-F78D640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387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9ED95-6697-42AA-A16E-F127AE9A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5300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4F9A0-36B3-4B27-9FE5-1839295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387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82B74-FF25-4BCB-B3D2-AAE0C7DC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5300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8A826-1B34-4964-8143-7F85B434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387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Spreadsheet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B5020-584A-440E-B52E-4FC8042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99690-D103-4AD1-8318-74824F5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387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ABAA4-4DC6-4D5D-A692-A40D5C3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One story. Many useful things to share.</a:t>
            </a:r>
          </a:p>
        </p:txBody>
      </p:sp>
    </p:spTree>
    <p:extLst>
      <p:ext uri="{BB962C8B-B14F-4D97-AF65-F5344CB8AC3E}">
        <p14:creationId xmlns:p14="http://schemas.microsoft.com/office/powerpoint/2010/main" val="13545117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CBDB1-3C42-4695-BD06-B8740BD2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8FA6799-EEE6-4400-9AEE-8507E642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99AD5C1C-2284-49D6-851B-8064433F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AF6F0-425C-4274-9925-D3941845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AE889-DF43-4916-9A37-A7753739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63AF9-B590-4948-98C8-9D6E167D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Write the story once. Make every file from there.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23A54-4939-48BE-B8CA-01117E0A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Instead of rebuilding the same story again and again, the app keeps the important pieces together and turns them into the files people need.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112B5-F6D4-40AF-A84D-274A7556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FFAD4-1744-4760-85A0-9FCBD191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1. Add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2E8B6-46BB-4F84-A925-A658489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Project notes, images, outcomes and key numbers live in one place.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AF183-DFA8-4443-9B2A-840C3C0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2571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5E2C-3E96-4DC1-B811-4897541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 Shape the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6321B-1F1A-44D6-9FF2-175D829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33800"/>
            <a:ext cx="2152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Guided fields help the user explain what happened, why it mattered and what changed.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6F3EC-E9D9-4BCC-BD8F-4C918B69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52312-61D4-4329-A754-B4FC8E29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3. Share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437BC-95BD-41D4-AB12-28CC4BAA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Create the polished files without rewriting the story from scratch.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D14CC-B081-4125-8E93-FDFD16B6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A212C-C5C3-4AD4-BD01-A063230C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A3280-668C-4F73-BE72-949DEF0F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No copy-paste maze.</a:t>
            </a:r>
          </a:p>
        </p:txBody>
      </p:sp>
    </p:spTree>
    <p:extLst>
      <p:ext uri="{BB962C8B-B14F-4D97-AF65-F5344CB8AC3E}">
        <p14:creationId xmlns:p14="http://schemas.microsoft.com/office/powerpoint/2010/main" val="18505265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DEBA3-224D-4197-92D6-1DFB471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7FE12E19-5AA5-42B6-B656-1E6B5D6E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70170B2-E232-4B86-B81D-AB68180A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DEVELOPMENT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CDC20-E6C7-4EC5-B50B-47EE8505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E7A42-C85D-4E70-A5F7-870B069A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6969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FAA24-CEC3-47CC-88C6-A5AB1034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A strong first version will likely cost $180k-$320k.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2804B-CCB2-433D-AB86-69E43AA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This is a planning range, not a quote. It assumes the current working app is the starting point and excludes ongoing hosting, support, legal review and sales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4A493-6EBD-48E1-A0E1-1436BBFD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3028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C3062-6CEB-4B26-AE76-45A1211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Pilot polish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338FE-9710-4F10-8F53-834708D5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$60k-$100k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A5C65-6D21-4AEB-8BAC-033EE9C4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6-8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AC8E2-7AEF-45A1-902D-EF4604D2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Make setup easier, improve templates, polish the user experience and run focused QA.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29398-E3CA-497A-A88B-F81AD913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219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F535C-60C0-4212-833D-6BF0719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0F71C-517E-4D00-9679-83CBD776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81325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RECOMMENDED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74BFB-0CEE-42FD-9AB6-297E242A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Full first 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205E4-34F9-4CAC-87D7-ADAD1EB2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$180k-$320k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CE705-ADA0-4074-A265-5F9A3137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800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FCFCF"/>
                </a:solidFill>
                <a:latin typeface="Aptos"/>
                <a:ea typeface="Aptos"/>
                <a:cs typeface="Aptos"/>
              </a:rPr>
              <a:t>12-16 weeks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1609F-3BF2-40B6-8E9D-A7871089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33900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Recommended path: accounts, imports, exports, reports, backups, testing and launch docs.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59DB4-9CD1-43EA-9F7D-64FB76E1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30289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0C5E7-437C-446D-A653-A601D1EF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Hosted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58236-86D4-4559-BE8B-37A327BF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$350k-$650k+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F5C92-4C84-48A0-A6E4-C4D04760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55555"/>
                </a:solidFill>
                <a:latin typeface="Aptos"/>
                <a:ea typeface="Aptos"/>
                <a:cs typeface="Aptos"/>
              </a:rPr>
              <a:t>5-7 months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23776-603A-499E-BE45-30C9C3BF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Adds multi-user hosting, monitoring, billing/onboarding and deeper security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5DD46-3CD1-4C5F-91F2-587AC1CA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B9AC8D-2EF1-40CE-AA62-FB67F891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971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6969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69696"/>
                </a:solidFill>
                <a:latin typeface="Aptos"/>
                <a:ea typeface="Aptos"/>
                <a:cs typeface="Aptos"/>
              </a:rPr>
              <a:t>Estimate basis: 2026 US agency rates around $100-$149/hr, plus custom software benchmark ranges for MVP and medium-complexity builds.</a:t>
            </a:r>
          </a:p>
        </p:txBody>
      </p:sp>
    </p:spTree>
    <p:extLst>
      <p:ext uri="{BB962C8B-B14F-4D97-AF65-F5344CB8AC3E}">
        <p14:creationId xmlns:p14="http://schemas.microsoft.com/office/powerpoint/2010/main" val="1096345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2026-06-03T04:35:04.8600000Z</dcterms:created>
  <dcterms:modified xsi:type="dcterms:W3CDTF">2026-06-03T04:35:04.8600000Z</dcterms:modified>
</coreProperties>
</file>