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70eb77e43c4112" /><Relationship Type="http://schemas.openxmlformats.org/officeDocument/2006/relationships/extended-properties" Target="/docProps/app.xml" Id="R3db87f07441448ad" /><Relationship Type="http://schemas.openxmlformats.org/officeDocument/2006/relationships/officeDocument" Target="/ppt/presentation.xml" Id="Rb994aaa9cc7e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3242f67a4430c"/>
  </p:sldMasterIdLst>
  <p:notesMasterIdLst>
    <p:notesMasterId xmlns:r="http://schemas.openxmlformats.org/officeDocument/2006/relationships" r:id="Rdbba85682b5a4d6f"/>
  </p:notesMasterIdLst>
  <p:sldIdLst>
    <p:sldId xmlns:r="http://schemas.openxmlformats.org/officeDocument/2006/relationships" id="256" r:id="Rdb3f1764a16b4ad4"/>
    <p:sldId xmlns:r="http://schemas.openxmlformats.org/officeDocument/2006/relationships" id="257" r:id="R3ef9bb6ffbaa417f"/>
    <p:sldId xmlns:r="http://schemas.openxmlformats.org/officeDocument/2006/relationships" id="258" r:id="R1ede142c507342bc"/>
    <p:sldId xmlns:r="http://schemas.openxmlformats.org/officeDocument/2006/relationships" id="259" r:id="R9abd096adfc449ec"/>
    <p:sldId xmlns:r="http://schemas.openxmlformats.org/officeDocument/2006/relationships" id="260" r:id="Rd838338272fd45fc"/>
    <p:sldId xmlns:r="http://schemas.openxmlformats.org/officeDocument/2006/relationships" id="261" r:id="R9869621b1ba34ce7"/>
    <p:sldId xmlns:r="http://schemas.openxmlformats.org/officeDocument/2006/relationships" id="262" r:id="R2469e70b3a0c459f"/>
    <p:sldId xmlns:r="http://schemas.openxmlformats.org/officeDocument/2006/relationships" id="263" r:id="Rb8b987d7774c4be7"/>
    <p:sldId xmlns:r="http://schemas.openxmlformats.org/officeDocument/2006/relationships" id="264" r:id="R0f3a3719c3ca4a1a"/>
    <p:sldId xmlns:r="http://schemas.openxmlformats.org/officeDocument/2006/relationships" id="265" r:id="R29cbe78f05aa41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3242f67a4430c" /><Relationship Type="http://schemas.openxmlformats.org/officeDocument/2006/relationships/theme" Target="/ppt/theme/theme1.xml" Id="R61c2b9b430804db3" /><Relationship Type="http://schemas.openxmlformats.org/officeDocument/2006/relationships/notesMaster" Target="/ppt/notesMasters/notesMaster1.xml" Id="Rdbba85682b5a4d6f" /><Relationship Type="http://schemas.openxmlformats.org/officeDocument/2006/relationships/presProps" Target="/ppt/presProps.xml" Id="Raefa1aab96e8441d" /><Relationship Type="http://schemas.openxmlformats.org/officeDocument/2006/relationships/viewProps" Target="/ppt/viewProps.xml" Id="R0e3d3f26d9e443b5" /><Relationship Type="http://schemas.openxmlformats.org/officeDocument/2006/relationships/tableStyles" Target="/ppt/tableStyles.xml" Id="R1f9ab1ff2deb4ad7" /><Relationship Type="http://schemas.openxmlformats.org/officeDocument/2006/relationships/slide" Target="/ppt/slides/slide1.xml" Id="Rdb3f1764a16b4ad4" /><Relationship Type="http://schemas.openxmlformats.org/officeDocument/2006/relationships/slide" Target="/ppt/slides/slide2.xml" Id="R3ef9bb6ffbaa417f" /><Relationship Type="http://schemas.openxmlformats.org/officeDocument/2006/relationships/slide" Target="/ppt/slides/slide3.xml" Id="R1ede142c507342bc" /><Relationship Type="http://schemas.openxmlformats.org/officeDocument/2006/relationships/slide" Target="/ppt/slides/slide4.xml" Id="R9abd096adfc449ec" /><Relationship Type="http://schemas.openxmlformats.org/officeDocument/2006/relationships/slide" Target="/ppt/slides/slide5.xml" Id="Rd838338272fd45fc" /><Relationship Type="http://schemas.openxmlformats.org/officeDocument/2006/relationships/slide" Target="/ppt/slides/slide6.xml" Id="R9869621b1ba34ce7" /><Relationship Type="http://schemas.openxmlformats.org/officeDocument/2006/relationships/slide" Target="/ppt/slides/slide7.xml" Id="R2469e70b3a0c459f" /><Relationship Type="http://schemas.openxmlformats.org/officeDocument/2006/relationships/slide" Target="/ppt/slides/slide8.xml" Id="Rb8b987d7774c4be7" /><Relationship Type="http://schemas.openxmlformats.org/officeDocument/2006/relationships/slide" Target="/ppt/slides/slide9.xml" Id="R0f3a3719c3ca4a1a" /><Relationship Type="http://schemas.openxmlformats.org/officeDocument/2006/relationships/slide" Target="/ppt/slides/slide10.xml" Id="R29cbe78f05aa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5d6ee43311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c569066cf74276" /><Relationship Type="http://schemas.openxmlformats.org/officeDocument/2006/relationships/notesMaster" Target="/ppt/notesMasters/notesMaster1.xml" Id="R8673cf456be043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ecc10d9594655" /><Relationship Type="http://schemas.openxmlformats.org/officeDocument/2006/relationships/notesMaster" Target="/ppt/notesMasters/notesMaster1.xml" Id="Ref1ecf273469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069255f36b4c7e" /><Relationship Type="http://schemas.openxmlformats.org/officeDocument/2006/relationships/notesMaster" Target="/ppt/notesMasters/notesMaster1.xml" Id="R4a60b109e5b945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91f22b779742cc" /><Relationship Type="http://schemas.openxmlformats.org/officeDocument/2006/relationships/notesMaster" Target="/ppt/notesMasters/notesMaster1.xml" Id="R63857bbfbe914c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a28e4c1e947fd" /><Relationship Type="http://schemas.openxmlformats.org/officeDocument/2006/relationships/notesMaster" Target="/ppt/notesMasters/notesMaster1.xml" Id="R99912f95de32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020c173c1c4bbd" /><Relationship Type="http://schemas.openxmlformats.org/officeDocument/2006/relationships/notesMaster" Target="/ppt/notesMasters/notesMaster1.xml" Id="R689fbb7f88a9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fe72e154644d56" /><Relationship Type="http://schemas.openxmlformats.org/officeDocument/2006/relationships/notesMaster" Target="/ppt/notesMasters/notesMaster1.xml" Id="R422abd2ae9e549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247daa9dc24106" /><Relationship Type="http://schemas.openxmlformats.org/officeDocument/2006/relationships/notesMaster" Target="/ppt/notesMasters/notesMaster1.xml" Id="R5097b98fa847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ea1076b0c943f2" /><Relationship Type="http://schemas.openxmlformats.org/officeDocument/2006/relationships/notesMaster" Target="/ppt/notesMasters/notesMaster1.xml" Id="R8a0e97aace5849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ccecc093fb4225" /><Relationship Type="http://schemas.openxmlformats.org/officeDocument/2006/relationships/notesMaster" Target="/ppt/notesMasters/notesMaster1.xml" Id="Ra1d684e6fc57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cb330761e4fb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cb6b04d3194163" /><Relationship Type="http://schemas.openxmlformats.org/officeDocument/2006/relationships/slideLayout" Target="/ppt/slideLayouts/slideLayout2.xml" Id="Rceb91a071746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b91a071746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39560ae564606" /><Relationship Type="http://schemas.openxmlformats.org/officeDocument/2006/relationships/image" Target="/ppt/media/image.png" Id="R4b3e979a16044019" /><Relationship Type="http://schemas.openxmlformats.org/officeDocument/2006/relationships/notesSlide" Target="/ppt/notesSlides/notesSlide1.xml" Id="Reb29b8e37ced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5a6890eb94595" /><Relationship Type="http://schemas.openxmlformats.org/officeDocument/2006/relationships/notesSlide" Target="/ppt/notesSlides/notesSlide2.xml" Id="R33235b38a3e7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aab0bc05449a6" /><Relationship Type="http://schemas.openxmlformats.org/officeDocument/2006/relationships/notesSlide" Target="/ppt/notesSlides/notesSlide3.xml" Id="Raaae93be8abc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ac644691114f5b" /><Relationship Type="http://schemas.openxmlformats.org/officeDocument/2006/relationships/notesSlide" Target="/ppt/notesSlides/notesSlide4.xml" Id="R4bf6b54244054b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607ce044234acc" /><Relationship Type="http://schemas.openxmlformats.org/officeDocument/2006/relationships/image" Target="/ppt/media/image2.png" Id="R9be290deaec94d1b" /><Relationship Type="http://schemas.openxmlformats.org/officeDocument/2006/relationships/image" Target="/ppt/media/image3.png" Id="R884a9698cb534863" /><Relationship Type="http://schemas.openxmlformats.org/officeDocument/2006/relationships/image" Target="/ppt/media/image4.png" Id="R1fa10dbd04d74197" /><Relationship Type="http://schemas.openxmlformats.org/officeDocument/2006/relationships/notesSlide" Target="/ppt/notesSlides/notesSlide5.xml" Id="R55984aefae16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c34dbfe604a5c" /><Relationship Type="http://schemas.openxmlformats.org/officeDocument/2006/relationships/notesSlide" Target="/ppt/notesSlides/notesSlide6.xml" Id="R7d7379b8b02e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ec69d2c6eb475a" /><Relationship Type="http://schemas.openxmlformats.org/officeDocument/2006/relationships/notesSlide" Target="/ppt/notesSlides/notesSlide7.xml" Id="Rc7ae77b0d280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0d1ccd234456b" /><Relationship Type="http://schemas.openxmlformats.org/officeDocument/2006/relationships/notesSlide" Target="/ppt/notesSlides/notesSlide8.xml" Id="R1177807d889d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03ec7088f4667" /><Relationship Type="http://schemas.openxmlformats.org/officeDocument/2006/relationships/notesSlide" Target="/ppt/notesSlides/notesSlide9.xml" Id="R7816615f495249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b6a4d9a9842f6" /><Relationship Type="http://schemas.openxmlformats.org/officeDocument/2006/relationships/image" Target="/ppt/media/image5.png" Id="R106b9146699945aa" /><Relationship Type="http://schemas.openxmlformats.org/officeDocument/2006/relationships/notesSlide" Target="/ppt/notesSlides/notesSlide10.xml" Id="R9045d5414f774f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C40C1-D6BC-449E-B2BF-6F8DF85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1FB435E1-E48F-4A59-91CE-B1A7F21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3C633904-06D7-41B1-847E-BD011258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PITCH DECK | MAY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A0BDD-2303-4623-9325-5057E0D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61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Local-first</a:t>
            </a:r>
          </a:p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case-study builder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25646-5165-4A98-A838-5A78C49F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Turns one structured source into client-ready stories,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engineering reports, business-development documents and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sales assets without sending sensitive proof into a cloud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DBD28-5640-4D29-A373-0B7F8339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95325"/>
            <a:ext cx="48006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e979a16044019"/>
          <a:srcRect xmlns:a="http://schemas.openxmlformats.org/drawingml/2006/main" l="0" t="10053" r="0" b="10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704850"/>
            <a:ext cx="4781550" cy="2686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0B45A-9A63-4607-8C4F-475B9D0E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63495-A662-45AF-88AB-573B7B4B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2BA47-25D8-43D1-9090-83674DA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2416D-1488-42EC-807A-5443E759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working surfaces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287AF-D96F-4E8D-B5D6-450EB3A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case studies, BD docs, engineering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78433-256B-4D53-A67D-CF5154E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CF8E0-1692-4281-A9FE-AFD7378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33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668C8-9C53-493E-8379-7A7DB58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export formats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95BA4-D8C8-4527-AC66-F1DE2560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PDF, DOCX, Markdown, XLSX, 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62A6D-E2A0-4C27-B442-77A5AB7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8157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A48B3-8E97-41F9-9742-F5C584E8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33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16:9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BFC73-EAEA-4949-9B27-CEC815D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05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sales banners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344D0-9D4E-47AF-8E6D-BF8224C3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8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1600 x 900 generated artwork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469D1-2DD4-4107-8F7E-C8FAA3C0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8157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F6B1D-8A89-4FBB-AD54-ECFDAF1F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8D45B-2CD5-44F9-815C-E907C91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054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release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B735F-98BD-4F5F-9A85-0D07E5D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8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checks, tests, export and smoke 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87032-82E0-40C7-95E6-26645C4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71368-7F9D-4849-931F-B93DE79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README.md; exports/visual-snapshots/case-study-banner.png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B4B93-EB94-4566-821E-12B347C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1813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4AF61-0AC1-4501-93AC-FFB27F2D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4F1F877-8AB0-43DB-B81F-852A163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A89FF15-281A-4BA0-91ED-65D12B3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5064E-C1A3-41A0-9122-699E3D50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expensive work is not writing once; it is rewriting safely everywhere.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F4B79-E534-40C4-9265-3AECBF3B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Portfolio, BD and engineering proof tends to fragment across docs, decks, PDFs and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screenshots. The app attacks the rewrite loop rather than adding another publishing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E0F28-340C-4790-88E6-04D2C97E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619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5E7A8-D754-4146-937E-B0574E2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proof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FEE4E-F5AE-49FB-B250-30540100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Draft in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23D7C-8239-4536-A8A2-BD0B3CF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42320-34AD-4119-9D6E-69D688F5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147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context slips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52775-3352-4380-A15D-483066E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Paste into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AEB30-F93A-4692-9A08-1594542F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CFF08-4C67-4B1A-90F7-71696BF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76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format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AF0AA-B833-4C2B-99DD-623236DB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Rebuild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2BA8B-3FE1-42C4-A4DF-4D8DC05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4340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A6938-95BA-47AB-ADE5-BF3D98C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386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asset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7FBCA-AA79-4FBE-98F8-FB766C9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Rewrite outreach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EC196-DD9E-42C9-9D11-5D5C46F0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0535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31153-52F6-460C-BAD0-576B01B2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005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stale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7CEA2-3F43-41EF-B741-4CC010D7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619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FB90A-47A6-436D-8607-35F7CB4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Structured proof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531E1-230A-4DF9-AFAE-B99BCB7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JSON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AE745-FDF8-4861-858D-2DDF661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1950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AD153-640E-4676-9384-8AD8090F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single 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FDD62-1CE7-4619-B4F6-661CA7D0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Builder 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5E2ED-D662-466C-9CCC-2D1A2D9F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8145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FBBEE-81A6-4BC1-8198-A5FB7E5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editable draft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CAF79-0FD9-4BFF-B46C-AA834BB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481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Preview route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02009-E08F-40FE-9F88-41686D51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07377-F724-4D63-822D-1592DEE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visual QA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2F04C-8A31-41C3-94E3-1E4B9C14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Export family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CD2AF-BA0D-4AC5-B0D0-B521D5D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135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349DF-0D03-4DAA-9B3E-0040C92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00575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same 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B3BC0A-F49E-4265-A211-3555611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09E54C-5765-4970-BED1-7090D0F5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57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9A9A"/>
                </a:solidFill>
                <a:latin typeface="Aptos"/>
                <a:ea typeface="Aptos"/>
                <a:cs typeface="Aptos"/>
              </a:rPr>
              <a:t>The pitch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F50C4-0D57-45A6-B980-307C5E6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Turn proof work into a repeatable system, not a set of one-off documents.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6116A-9F83-4219-8381-8365977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3D7EB8-9818-4C60-AE25-AB561D88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README.md; data/bd-documents/enterprise-build-support.json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9620F-89E7-4A48-8B7C-DB4A9AB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62307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74A4D-C998-4D0C-A86B-A3C145D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6C490BE-4143-4333-B435-38B51D05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E055C60-43D8-4BF8-A347-936B111A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26D4-0EC8-46AC-92F9-4AC6032F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JSON core makes every artifact an output, not a rewrite.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79A76-D221-4234-A66F-376F200F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The platform is already structured as source data, dedicated authoring</a:t>
            </a:r>
          </a:p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surfaces, export workers, and production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6FBE0-685D-4111-B207-3879392A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B4492-91CD-4DE6-ABFA-65B3465A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8B45C-4760-4DEF-AEA5-16A4EBC0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70A73-5BA2-4658-BB0F-51AED2E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case-study story, metrics,</a:t>
            </a:r>
          </a:p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AEB59-1EDC-46D9-ADCD-E941B49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4E964-5E5A-49D4-9335-3B397BC8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BD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BA500-1B5B-493A-A196-AC5BBC7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buyer problems, process,</a:t>
            </a:r>
          </a:p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5B6FD-A0D8-4B6C-A693-8869050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0F86C-D761-47CC-963E-6BA8C03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B07C5-B1C1-44BC-A5F2-9A70BEA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outline, sections, uploaded</a:t>
            </a:r>
          </a:p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86300-CA27-411F-97F0-74277B61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Workspace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0BE05-9B56-4936-B755-82B3EAA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03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CAA0B-BC19-4055-92B6-47BC963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Case-study builder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04866-87FC-42EC-8D27-C7FA1755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draft, preview, asset</a:t>
            </a:r>
          </a:p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66BB2-8DA0-4FBB-A3EF-85C6115C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22D49-9F2A-4C41-B0E7-1C5919BD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0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BD builder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AA61-642C-464E-9B4E-503B088C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sales-facing proof and offers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7BA6D-3A5C-4271-92EB-94BCFEE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C8E28-B75F-4134-B5E6-72133C1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FCCD4-2BD4-4237-8F1A-DB75433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sections, subsections,</a:t>
            </a:r>
          </a:p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compiled PDF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28D2E-3231-4DDD-8996-BECB7E8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5A40F-0774-4530-8071-87E9959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680AC-B826-4D22-8A3A-BCCFEDD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artifacts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552FB-4BEA-40DB-8D7A-ABE87BF8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04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A4 PDF, DOCX, Markdown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AF2A2-7A5F-410C-A0F5-99881F56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A0D54-8331-4D4C-98D3-305B1B4D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assets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B21D5-1766-4F25-BD6A-72D40E61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XLSX impact workbook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CA2F1-2121-453F-95F5-877B261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3737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CDF57-1605-4A02-B81D-48D520A7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Sales media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F221D-6B7B-4896-8ACC-17BDD9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530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1600 x 900 banner PNG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7F963F-CBC0-42DA-84E3-E912B6F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8BECB1-FAB7-4F23-BC0C-A06C233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95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7C520-E593-4297-9379-1B903C8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F0A30-5453-4190-B231-AB3D539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95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DB9B3-A469-4498-BF8D-04EE1E1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1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232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3C0532-A03E-4A05-8C66-A957180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 rail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15C357-78A2-4516-BACE-C9DC12C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15000"/>
            <a:ext cx="771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role-based access  |  backup snapshots  |  file-signature checks  |  HTTPS enforcement  |  queued render workers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FBE3CF-787B-4F48-B3BE-D90BB16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5AF39E-E73D-488B-B3DB-F1E4F2EA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8F8F"/>
                </a:solidFill>
                <a:latin typeface="Aptos"/>
                <a:ea typeface="Aptos"/>
                <a:cs typeface="Aptos"/>
              </a:rPr>
              <a:t>Sources: README.md; docs/production.md; src/server.js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8C69D6-C57B-4BDE-9D1D-F3994DE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66324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E2205-5ADD-4EE1-AF42-3573ED93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862B81A-AFF1-4EB0-9BBF-8D28BBD5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DF0CCE62-359C-41A9-9ACD-8D90A964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OPERATOR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8F828-1E18-4E74-B123-EB9B3C7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user moves from draft to deliverable without surrendering local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00E31-0BC2-4835-9302-0CD2CBE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790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Import, edit, preview and export happen through local routes and files. For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internal deployment, access roles, backups and render queues preserve the same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control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29D58-DB47-400C-BBCD-A13351F2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6D496-BA57-4B39-8D00-00CF554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6C077-82DA-4ED1-B0D4-A4857D2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91628-1AEA-4CE2-B76D-EC04768C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AA93C-D02A-4A18-8121-B75A9CC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PDF or Word content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becomes editable draft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E0CEE-A17E-45BC-B906-6A6A8629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012C3-3434-4B17-A3C4-95891F5F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E62ED-90ED-4B26-B00F-A43F844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1815A-105C-4574-B26B-FB50F3A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source JSON captures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story, metrics and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asset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5FEFE-452B-40BE-BEC1-8C0A9D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87405-4D93-4F6B-8589-F5DEDDE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816BA-3160-4AC3-8948-B422F2D0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590D6-4C09-4E02-B2B4-7FC6DD0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HTML routes expose the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exact artifact before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A7DB9-4858-40E4-BB8B-86642FB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95D4B-7022-48A7-847A-C37C1445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8B9C9-64A7-4434-9843-0AF49D10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2DB23-036C-420D-81F5-7884862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Playwright workers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generate PDF and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banner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1E0F6-24B7-4DF7-9E14-FFC521B5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729E4-CC75-4A01-B870-26392638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8EEFC-A47C-4994-98E4-C13A9110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3F403-D239-475E-9C3B-E84453B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PDF, DOCX, Markdown,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XLSX or PNG leaves the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3324F-9953-497D-B36C-5984A566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6DC30F-8BC7-4CE5-AA44-59793AF3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24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6AB067-8A40-4A5E-B0C2-EBD65110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57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D9B87-42C1-4895-BC38-D632272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43375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production saves copy</a:t>
            </a:r>
          </a:p>
          <a:p xmlns:a="http://schemas.openxmlformats.org/drawingml/2006/main">
            <a:pPr algn="ctr">
              <a:defRPr sz="66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timestamped snapshots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A3BB1-9734-4520-BB8A-2CB3696F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963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C114B-C88E-4E5F-8221-DA83B0C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Local-control contract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B8A738-BFA7-4F61-9B8D-65851631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91150"/>
            <a:ext cx="697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data on disk  |  role-gated write paths  |  signature-checked uploads  |  serialized render jobs  |  restore from BACKUP_DIR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B0396-9971-491D-91B7-B48EAD3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81A4C-B9DA-4289-8553-54E0C2A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README.md; docs/production.md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4999C-ED55-4B7F-8EC6-FC8F1A8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646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2BF4E-87EB-415C-824F-1E1C918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5037125-6000-4E85-9299-24A6A34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FA2D7409-6354-47A9-8F9D-F08C6E0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OUTPUT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76790-ABEF-4456-9369-2B0ED005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app already produces the formats buyers ask to see.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01672-875E-4CFB-987E-5D0301AC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81175"/>
            <a:ext cx="2095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290deaec94d1b"/>
          <a:srcRect xmlns:a="http://schemas.openxmlformats.org/drawingml/2006/main" l="8113" t="0" r="8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2076450" cy="2686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F4EF1-510D-4C96-9CBD-9342ABA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81175"/>
            <a:ext cx="3810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a9698cb534863"/>
          <a:srcRect xmlns:a="http://schemas.openxmlformats.org/drawingml/2006/main" l="0" t="251" r="0" b="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4200" y="1790700"/>
            <a:ext cx="3790950" cy="1885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E35EC-CD11-40BE-9A75-E282B160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81175"/>
            <a:ext cx="3733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10dbd04d74197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1790700"/>
            <a:ext cx="3714750" cy="2609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7A25B-8448-41C4-8687-10C5BE3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Case-study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A03FE-A63C-41B0-B87D-21252F9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BD proof section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E9C1A-C8BC-4920-8282-30393D4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Marketing banner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47419-4CF6-49B3-A897-594B92C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3790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9F3D4-6EF9-45AF-9D05-65B58230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FE79F-19CD-452F-A4D6-E26DDDD5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designed A4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C1A68-AD53-44A4-B612-32928B05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0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DOCX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81AC8-429A-46DF-809C-F0C18B27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editable client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24061-A90B-4562-8E31-5685CF71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4D1EE-A641-4DC4-B5CE-D990E71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versionable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414BF-B5FF-4319-BF31-965C590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XLSX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F407F-11A6-4DBD-9888-80139121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911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impact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DA7EE-65AD-47AF-A96E-24B1B2B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328A7-4E06-4828-9586-C9B0A26A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sales/banner media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8A4C8-0E60-4CA7-A97A-E9F35DC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pitch is tangible: the repo contains real generated PDFs, banners, Markdown and an XLSX workbook, plus</a:t>
            </a:r>
          </a:p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visual smoke snapshots for quality checks.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7C0BB-3268-499E-9E1F-A2A6779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BB536-97C4-41E0-BE86-3C1D6AF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exports/visual-snapshots/*.png; README.md export section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93276-326F-4254-903C-7807E97E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43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2E08A-F40A-4355-90B3-42E086E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7E61F1A9-ED73-4C37-B81E-6295AD9E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F9F5DEE-68AF-41F7-9BB7-E628DD3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RELEASE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0D1A0-FDFB-4619-9D29-A7E6715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release path tests artifacts, experience, and production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1FD24-6C7A-4739-B7F3-852A2EA3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This matters because the product promise is an artifact promise. A broken PDF,</a:t>
            </a:r>
          </a:p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banner, keyboard path or backup flow would break the buyer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A752C-3A00-4F5C-9E81-FB3879F6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AA50E-EDF0-459B-AA3F-D4CFCE7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Syntax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35A07-4BD1-438C-91B2-5C54AC9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server, builders, templates, workers and export scripts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B9995-0427-4F59-80C1-73F7E89F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F18D0-BF91-4E08-BBFF-6444ECF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Node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31213-8919-46EC-8A78-5B6F3A2B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auth, backups, projects, BD documents, reports,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26AF7-9B8A-433B-A7AA-ED5B489E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A1B91-E369-43E8-B051-2DEC1CF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Render preflight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D89FC-1DAA-477A-B90F-89432BE2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147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Chromium availability before PDF or banner jobs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01272-BA0B-47B4-9593-A5653113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E5096-392B-4529-83FF-8532774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Export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421EC-37E1-479B-81F1-14ED31F6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147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Markdown, XLSX, PDF, engineering PDF, BD PDF, banners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2DDE6-2239-4371-A72C-1033CD7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9F4B5-6375-4C24-8443-D3E62325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Experience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B5E4F-6685-448B-8D98-1FCA78B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148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dashboard, routes, responsive surfaces and export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A23FD-2CCB-4674-9CF2-3003629D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43787-53B3-456A-ABA5-558828C3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smoke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95B1B-0005-4548-AD0C-EAEF962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keyboard paths, semantic labels, long-copy stress, snapshots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34663-6737-4AF9-82B0-9C9ABB4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DC735-B466-4F80-92B0-93564E9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smoke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B9737-C651-4DBA-89D7-AD647C33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149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hashed users, BACKUP_DIR and TLS proxy enforcement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44B82-318F-4D05-8184-777085E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1145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9EC43-0A19-40F6-96F5-A8820F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B1DCD-5683-4579-935A-A16773DE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8137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0CD91-32CF-480B-83B8-7B59524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2E70C-8E55-422B-B4E6-86E9297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052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scripted gates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E3B6A-F487-4FB4-8278-321D4C7D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package.json and README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F94A0-8D86-479D-816E-2596F2D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14825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CD28F1-DBCF-4372-9DA0-EF2167D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A355C7-D285-4E16-B4A6-B31E544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386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snapshots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AB594-17CC-42A8-B8F5-78764D47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saved under exports/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D8B4D2-5EDD-49B4-BA8A-23D1E38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F4B311-D921-477E-9D57-CCD11CD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8F8F"/>
                </a:solidFill>
                <a:latin typeface="Aptos"/>
                <a:ea typeface="Aptos"/>
                <a:cs typeface="Aptos"/>
              </a:rPr>
              <a:t>Sources: package.json; README.md; docs/production.md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F03B2E-E4D6-4757-86A1-BA4ED3E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39477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C7242D-6D55-4BCE-90AA-7920FCD2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C110EB35-8DC8-41C1-A49B-360E0E2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A462DF6-D8DE-46DE-A9C4-636C760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DIFFERENTIATION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767AE-60DE-491F-A6E4-CED1626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Local-first is the wedge: confidentiality plus polished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AFD3-E6B2-4345-A46F-E78A56F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product does not compete by being another shared writing canvas. It competes where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sensitive work still has to become sharp commercial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ABC3F-88EA-46BF-9534-0A0C7715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19400"/>
            <a:ext cx="8096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408CC-2171-49C0-B5D2-59F5027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5300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44289-E3E4-4298-A263-8E2DFCC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19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3D62-ACAE-4740-BCD9-B48264F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81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Artifact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CC71F-440E-4634-9768-6FA662CA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Confidential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C2377-70FD-458F-92A4-2F84B40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Generic docs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CF40C-05F5-4B3D-8A5B-5CECEAF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Deck 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E8F71-1F62-4371-A0E5-DAB572A0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Cloud sales rooms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961F0-BE80-494A-8921-CF3EFFC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6710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A60B2-AF8A-448B-85D8-8E2EC03E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81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BDC83-3256-405E-899A-7705D3A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909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local proof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8F4DF-055F-42D0-AE9A-9187E038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51C37-685F-4EB0-8A5D-6DEA3C9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340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Structured source, editorial outputs and deployment controls meet in one local proof engine.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73F8C-93D8-4EEC-91BC-6E6DD04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6B207-CEAD-4068-A9FD-BD361418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docs/production.md; README.md; strategic framing from current feature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8DD99-5A55-43F6-882D-49DE7D89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42480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CF549-2553-4287-A412-F9D55800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2A095994-DFFF-4BF6-8DC6-04C99A93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F2EB84A-E341-4C61-93C2-7732536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BUYER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2A197-6BE9-4B11-A26D-BC380C06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62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first buyers sell expertise through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E91AF-D764-44D9-AF5D-E92389B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strongest wedge is not all content teams. It is teams whose credibility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depends on turning confidential work into specific, reusable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AADD7-E77C-42E9-9E64-AE05D85E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7DF6C-C482-4498-9F6C-8A17568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Senior independents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97F2C-3A0F-447A-980A-219E825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portfolio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B46E7-82F9-4628-9B8F-32B41C4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71219-D2E9-4AA1-B8B2-56F7DF2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case-study PDF + banner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9FDE9-5244-4D8E-B867-11406A8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9A9A"/>
                </a:solidFill>
                <a:latin typeface="Aptos"/>
                <a:ea typeface="Aptos"/>
                <a:cs typeface="Aptos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CEF48-4BE0-47F2-A0E3-C0916DB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B7092-FC62-4882-84FB-1D14243C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00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Product consultancies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3DDB7-4E8E-4669-AD8F-70BAB6C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337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BD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B7B26-1F7E-4783-A1F2-0201EAC6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7190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F4ED1-B95F-4617-AB68-3917DCEB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243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offer doc + proof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EDEC0-9A4F-4053-A888-7ADF057D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24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9A9A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06DFC-64FC-437C-BB50-9475CE41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44E2C-7532-42DF-A705-749969F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Internal product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0CA87-2B16-482B-8233-8828AC2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exec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4A4A1-902D-4AB0-BFBC-9060BAE6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65825-CB7D-492D-ACAA-1104D93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engineering report +</a:t>
            </a:r>
          </a:p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5D620-DA06-4332-A8D4-FC131395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24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9A9A"/>
                </a:solidFill>
                <a:latin typeface="Aptos"/>
                <a:ea typeface="Aptos"/>
                <a:cs typeface="Aptos"/>
              </a:rPr>
              <a:t>Embed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C0CD8-5A46-49FA-BECC-C40A175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5B416-2B61-4CAE-93D9-3ED62FB6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003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Design/innovation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7D4C9-0C49-4F29-8FFC-A6619BF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337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safe storytelling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63655B-F1D9-4149-9719-4E040A1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7190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55DF3-83A5-4EEA-8181-A2A93865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243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visibility-gated assets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FEAD8-AAAF-4159-8E3B-FCA1D37A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9A9A"/>
                </a:solidFill>
                <a:latin typeface="Aptos"/>
                <a:ea typeface="Aptos"/>
                <a:cs typeface="Aptos"/>
              </a:rPr>
              <a:t>Defend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CA82A-A1AF-4940-8537-13FF7E9E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59AE0-66B3-42AC-95D8-F9EDD810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GTM motion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A0679-7990-423F-9038-6EB43D2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start with hands-on proof creation, package repeatable templates, then sell internal deployment where confidentiality matters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2139E1-00E4-4E15-98F7-558AB3D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24682E-5A3C-431D-9469-7944CF81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data/bd-documents/enterprise-build-support.json; README route groups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44D957-959A-4C33-9AC6-592722E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44994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A6769-E3BE-429E-84A7-E95A52D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B4BDC236-BECA-486B-A21F-B211A11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E5DD7777-B7C6-4193-96C5-112B268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A0C3-59C2-4715-BFFD-63FDD777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product can expand from builder to proof operating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F250F-32EA-46DD-89BD-F6E4514F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current repo is already past concept: the next work is packaging, repeatability and</a:t>
            </a:r>
          </a:p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pilot evidence rather than proving whether the export engine can exist.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7E348-DF29-4E70-B7A6-585B7F76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9908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1B46C-4348-45A6-A43D-1D37ED0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Current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C076A-4C8E-4EC1-8D44-964B19AF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local app, JSON sources,</a:t>
            </a:r>
          </a:p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builders, previews, exports,</a:t>
            </a:r>
          </a:p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auth, backups,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E747A-2B29-4286-A880-48F969B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9A904-8A83-43F9-87CA-4023C97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Case-study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BF58A-C08D-47CE-8B80-9569C869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DCF1F-E516-4371-8F69-2D531E19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BD document builder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A1C4C-0EDA-49FB-AD44-C9ECEDD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0E768-B2F2-4168-AE0A-2CD892C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 report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D8CE5-204F-41D2-80AF-151E4398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29908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349DE-B3B4-4004-AF25-4674555C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Productization sprint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3C2FD-6DF7-4AAC-B5D4-C092EA6C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718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packaged setup, template</a:t>
            </a:r>
          </a:p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library, polished empty states,</a:t>
            </a:r>
          </a:p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pilot-ready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8EBF5-C2F3-481E-BF95-3379E7D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9B33E-B23F-43D4-A61E-D4C6D77D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Onboarding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6F196-E7A1-447B-99A2-18F99EB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31DE9-7CEB-4DDE-B843-23CF8AF2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43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Template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EE1FC-C8F9-411C-ACE7-08A86DA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72FDC-AFF9-4295-B1A5-AD6D081D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Export QA polish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B5A7F-F948-4DE6-A019-137E84C8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29908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2A4DC-2F94-41FE-A728-2F5690CB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Pilot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1002A-A46F-4A21-9F93-39F949D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team workflows, review states,</a:t>
            </a:r>
          </a:p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evidence library and optional</a:t>
            </a:r>
          </a:p>
          <a:p xmlns:a="http://schemas.openxmlformats.org/drawingml/2006/main">
            <a:pPr algn="l">
              <a:defRPr sz="84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hosted deployment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BD9A8-4604-4E26-96B9-CD237B4F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52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FA1C2-32B0-473F-828B-C8EA9675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Permissioned proof library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CBD14-8B32-4D3B-ACA0-067A6C27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B2E0B-30D1-4848-8C3F-6DE7CFB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Review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8EBD6-2BFC-494E-A9EE-A6EBFF3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16BB4C-1DAF-44EA-879F-934B8FCF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Hosted-service gap closure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A3C1C-CA96-4AC1-A811-959EE70D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A1F3E-882E-4D39-BBBE-C207CC0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805F1A-3BE4-4EB5-8EDC-6E73994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No invented traction: pilot metrics should be gathered in the sprint, then added to this story.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57189-600B-464B-ADB0-6890665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CB2197-DDA2-4C49-B6DD-B51945C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A9A9A"/>
                </a:solidFill>
                <a:latin typeface="Aptos"/>
                <a:ea typeface="Aptos"/>
                <a:cs typeface="Aptos"/>
              </a:rPr>
              <a:t>Sources: docs/production.md remaining gaps; README.md current capabilities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8E28C8-095E-46AD-A03F-62B2A96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A9A9A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35102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93BCE-CCAC-4128-B130-0B7C046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0D56909-69BF-475A-9B7F-1566B675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A4D898A-C247-46AC-8037-8ACCD38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DBDBD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7DFDE-CFDC-4773-8BB5-D6642E95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Fund the sprint that turns a working local app into a repeatable proof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E3EFD-F3FD-4F90-BA52-8CC5B2D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The credible next bet is focused: package the product, sharpen the default</a:t>
            </a:r>
          </a:p>
          <a:p xmlns:a="http://schemas.openxmlformats.org/drawingml/2006/main">
            <a:pPr algn="l">
              <a:defRPr sz="975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templates, and run pilots that generate real usage and conversion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09EDE-6C76-4EC5-992D-599DC60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114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D3466-3F86-4E50-ADDF-97109A9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5FDA6-7C71-4408-9D00-E4070687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one-command setup,</a:t>
            </a:r>
          </a:p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production checklist,</a:t>
            </a:r>
          </a:p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sample data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5B4EB-D3D1-4F6D-BC8A-35B0D01B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114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5C605-3E61-409B-911F-FC1CE15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Polish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DF928-A4F4-4E77-9E41-179DFA30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empty states, import</a:t>
            </a:r>
          </a:p>
          <a:p xmlns:a="http://schemas.openxmlformats.org/drawingml/2006/main">
            <a:pPr algn="l">
              <a:defRPr sz="81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guidance, export QA,</a:t>
            </a:r>
          </a:p>
          <a:p xmlns:a="http://schemas.openxmlformats.org/drawingml/2006/main">
            <a:pPr algn="l">
              <a:defRPr sz="81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template library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E2564-3828-48D2-8981-1F865D6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2114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AD567-CD85-4EA7-BCAA-C7DD842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6CF77-E397-4B3C-BEED-AA4196B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3-5 proof-heavy teams,</a:t>
            </a:r>
          </a:p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measured artifact cycle</a:t>
            </a:r>
          </a:p>
          <a:p xmlns:a="http://schemas.openxmlformats.org/drawingml/2006/main">
            <a:pPr algn="l">
              <a:defRPr sz="81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and reuse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69518-D480-4BFB-8398-5014466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305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A1983-AAE7-45F0-AB28-C1AB51C4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Sprint success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07FC9-D784-45B2-9131-A936D65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49DD0-A89E-445A-AD45-27DC6A76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pilot setup under 30 minutes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58131-CAA4-42D9-BCB5-474BE2A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8A77D-6898-4BD0-BCD8-710BBC1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exports pass visual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F77D6-04FD-4F04-A076-DA8CE97D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3826B-8630-4607-BF79-2C293866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users reuse one source in 3+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7F5298-CC9F-41F9-8309-6ED0A918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A4D2B-1D7D-491B-91A8-B7EFAE6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338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B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DBD"/>
                </a:solidFill>
                <a:latin typeface="Aptos"/>
                <a:ea typeface="Aptos"/>
                <a:cs typeface="Aptos"/>
              </a:rPr>
              <a:t>production controls documented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8ADE1-436B-470B-806E-BF194B7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29175"/>
            <a:ext cx="4781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b9146699945aa"/>
          <a:srcRect xmlns:a="http://schemas.openxmlformats.org/drawingml/2006/main" l="0" t="34711" r="0" b="34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838700"/>
            <a:ext cx="4762500" cy="8191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18CF4-F0E3-4C98-9433-36CFC50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Working artifact engine today; pilot evidence next.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DC7CF-0852-46AC-AF27-64555DAA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76DD7-7DCC-4E5E-8BC6-B15C080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8F8F"/>
                </a:solidFill>
                <a:latin typeface="Aptos"/>
                <a:ea typeface="Aptos"/>
                <a:cs typeface="Aptos"/>
              </a:rPr>
              <a:t>Sources: current repo capabilities; README.md; docs/production.md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6AFF3-9376-43AD-87F4-482968F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F8F8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8225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2026-05-20T03:52:23.0580000Z</dcterms:created>
  <dcterms:modified xsi:type="dcterms:W3CDTF">2026-05-20T03:52:23.0590000Z</dcterms:modified>
</coreProperties>
</file>